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Monda" panose="020B0604020202020204" charset="0"/>
      <p:regular r:id="rId10"/>
    </p:embeddedFont>
    <p:embeddedFont>
      <p:font typeface="Monda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28648" y="3122110"/>
            <a:ext cx="12061983" cy="213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sz="6155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AI INTRUSION DETECTION SYSTEM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0410" y="5775924"/>
            <a:ext cx="912462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Leveraging Artificial Intelligence to Detect and Prevent Cyber Threats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38365"/>
            <a:ext cx="6062012" cy="4546509"/>
          </a:xfrm>
          <a:custGeom>
            <a:avLst/>
            <a:gdLst/>
            <a:ahLst/>
            <a:cxnLst/>
            <a:rect l="l" t="t" r="r" b="b"/>
            <a:pathLst>
              <a:path w="6062012" h="4546509">
                <a:moveTo>
                  <a:pt x="0" y="0"/>
                </a:moveTo>
                <a:lnTo>
                  <a:pt x="6062012" y="0"/>
                </a:lnTo>
                <a:lnTo>
                  <a:pt x="6062012" y="4546509"/>
                </a:lnTo>
                <a:lnTo>
                  <a:pt x="0" y="45465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21057" y="4800581"/>
            <a:ext cx="13645886" cy="511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450" lvl="1" indent="-351225" algn="just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An Intrusion Detection System (IDS) monitors network or system activities.</a:t>
            </a:r>
          </a:p>
          <a:p>
            <a:pPr marL="702450" lvl="1" indent="-351225" algn="just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It identifies unauthorized access and suspicious behavior.</a:t>
            </a:r>
          </a:p>
          <a:p>
            <a:pPr marL="702450" lvl="1" indent="-351225" algn="just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Traditional IDS mainly depends on predefined rules and signatures.</a:t>
            </a:r>
          </a:p>
          <a:p>
            <a:pPr marL="702450" lvl="1" indent="-351225" algn="just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AI-based IDS uses Machine Learning and Artificial Intelligence to detect threats.</a:t>
            </a:r>
          </a:p>
          <a:p>
            <a:pPr marL="702450" lvl="1" indent="-351225" algn="just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It can identify both known and previously unseen attacks.</a:t>
            </a:r>
          </a:p>
          <a:p>
            <a:pPr algn="just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01630" y="933450"/>
            <a:ext cx="8089641" cy="170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WHAT IS AN INTRUSION DETECTION SYSTEM?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57758" y="1071473"/>
            <a:ext cx="8802220" cy="196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</a:pPr>
            <a:r>
              <a:rPr lang="en-US" sz="5616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WHY DO WE NEED AI IN IDS?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38209" y="3730734"/>
            <a:ext cx="12245138" cy="568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Modern cyberattacks are becoming more complex and frequent.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Traditional systems may fail to detect new attack patterns.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 can analyze a large amount of network traffic quickly.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Machine Learning can identify unusual patterns automatically.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It can reduce false alarms and improve detection accuracy.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38209" y="3526165"/>
            <a:ext cx="14270670" cy="6261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Basic Process:</a:t>
            </a:r>
          </a:p>
          <a:p>
            <a:pPr algn="l">
              <a:lnSpc>
                <a:spcPts val="4555"/>
              </a:lnSpc>
            </a:pPr>
            <a:endParaRPr lang="en-US" sz="3253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algn="l">
              <a:lnSpc>
                <a:spcPts val="4555"/>
              </a:lnSpc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Network Traffic → Data Collection → Preprocessing → AI Model → Attack Detection → Alert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Data Collection: Collects packets, logs, and network activity.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Preprocessing: Removes unnecessary data and prepares features.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 Model: Analyzes patterns using Machine Learning.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Detection: Classifies activity as normal or malicious.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Alert: Notifies the security administrator about detected threats.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1218925" y="282899"/>
            <a:ext cx="7069075" cy="3979889"/>
          </a:xfrm>
          <a:custGeom>
            <a:avLst/>
            <a:gdLst/>
            <a:ahLst/>
            <a:cxnLst/>
            <a:rect l="l" t="t" r="r" b="b"/>
            <a:pathLst>
              <a:path w="7069075" h="3979889">
                <a:moveTo>
                  <a:pt x="0" y="0"/>
                </a:moveTo>
                <a:lnTo>
                  <a:pt x="7069075" y="0"/>
                </a:lnTo>
                <a:lnTo>
                  <a:pt x="7069075" y="3979889"/>
                </a:lnTo>
                <a:lnTo>
                  <a:pt x="0" y="3979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95479" y="798352"/>
            <a:ext cx="6326719" cy="182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8"/>
              </a:lnSpc>
            </a:pPr>
            <a:r>
              <a:rPr lang="en-US" sz="5255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HOW AI-IDS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39658" y="933450"/>
            <a:ext cx="7151422" cy="187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9"/>
              </a:lnSpc>
            </a:pPr>
            <a:r>
              <a:rPr lang="en-US" sz="541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AI TECHNIQUES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7047" y="4097665"/>
            <a:ext cx="12473584" cy="454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Machine Learning (ML): Learns patterns from network traffic.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Deep Learning (DL): Handles complex and large datasets.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Decision Trees: Classifies traffic into normal or attack categories.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Random Forest: Combines multiple decision trees for better accuracy.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09750" y="2272843"/>
            <a:ext cx="7115055" cy="4004546"/>
          </a:xfrm>
          <a:custGeom>
            <a:avLst/>
            <a:gdLst/>
            <a:ahLst/>
            <a:cxnLst/>
            <a:rect l="l" t="t" r="r" b="b"/>
            <a:pathLst>
              <a:path w="7115055" h="4004546">
                <a:moveTo>
                  <a:pt x="0" y="0"/>
                </a:moveTo>
                <a:lnTo>
                  <a:pt x="7115055" y="0"/>
                </a:lnTo>
                <a:lnTo>
                  <a:pt x="7115055" y="4004547"/>
                </a:lnTo>
                <a:lnTo>
                  <a:pt x="0" y="4004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40620" y="1262928"/>
            <a:ext cx="6269130" cy="180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1"/>
              </a:lnSpc>
            </a:pPr>
            <a:r>
              <a:rPr lang="en-US" sz="5207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ADVANTAGES &amp; APPLICATIONS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38181" y="3542982"/>
            <a:ext cx="14188869" cy="6261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</a:pPr>
            <a:r>
              <a:rPr lang="en-US" sz="32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Advantages:</a:t>
            </a:r>
          </a:p>
          <a:p>
            <a:pPr algn="l">
              <a:lnSpc>
                <a:spcPts val="4555"/>
              </a:lnSpc>
            </a:pPr>
            <a:endParaRPr lang="en-US" sz="3253" b="1">
              <a:solidFill>
                <a:srgbClr val="002B58"/>
              </a:solidFill>
              <a:latin typeface="Monda Bold"/>
              <a:ea typeface="Monda Bold"/>
              <a:cs typeface="Monda Bold"/>
              <a:sym typeface="Monda Bold"/>
            </a:endParaRP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Detects attacks in real time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Identifies unknown threats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Reduces manual monitoring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  <a:p>
            <a:pPr algn="l">
              <a:lnSpc>
                <a:spcPts val="4555"/>
              </a:lnSpc>
            </a:pPr>
            <a:r>
              <a:rPr lang="en-US" sz="3253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Applications: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Banking and financial systems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Cloud computing</a:t>
            </a:r>
          </a:p>
          <a:p>
            <a:pPr marL="702450" lvl="1" indent="-351225" algn="l">
              <a:lnSpc>
                <a:spcPts val="4555"/>
              </a:lnSpc>
              <a:buFont typeface="Arial"/>
              <a:buChar char="•"/>
            </a:pPr>
            <a:r>
              <a:rPr lang="en-US" sz="325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E-commerce websites</a:t>
            </a:r>
          </a:p>
          <a:p>
            <a:pPr algn="l">
              <a:lnSpc>
                <a:spcPts val="4555"/>
              </a:lnSpc>
            </a:pPr>
            <a:endParaRPr lang="en-US" sz="3253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40620" y="1262928"/>
            <a:ext cx="6269130" cy="88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1"/>
              </a:lnSpc>
            </a:pPr>
            <a:r>
              <a:rPr lang="en-US" sz="5207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9566" y="3280125"/>
            <a:ext cx="14322759" cy="615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450" lvl="1" indent="-351225" algn="l">
              <a:lnSpc>
                <a:spcPts val="4880"/>
              </a:lnSpc>
              <a:buFont typeface="Arial"/>
              <a:buChar char="•"/>
            </a:pPr>
            <a:r>
              <a:rPr lang="en-US" sz="3253" spc="6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 makes Intrusion Detection Systems smarter and more adaptive.</a:t>
            </a:r>
          </a:p>
          <a:p>
            <a:pPr marL="702450" lvl="1" indent="-351225" algn="l">
              <a:lnSpc>
                <a:spcPts val="4880"/>
              </a:lnSpc>
              <a:buFont typeface="Arial"/>
              <a:buChar char="•"/>
            </a:pPr>
            <a:r>
              <a:rPr lang="en-US" sz="3253" spc="6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AI-IDS can detect both known and unknown cyber threats.</a:t>
            </a:r>
          </a:p>
          <a:p>
            <a:pPr marL="702450" lvl="1" indent="-351225" algn="l">
              <a:lnSpc>
                <a:spcPts val="4880"/>
              </a:lnSpc>
              <a:buFont typeface="Arial"/>
              <a:buChar char="•"/>
            </a:pPr>
            <a:r>
              <a:rPr lang="en-US" sz="3253" spc="6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Machine Learning helps analyze network behavior and identify anomalies.</a:t>
            </a:r>
          </a:p>
          <a:p>
            <a:pPr marL="702450" lvl="1" indent="-351225" algn="l">
              <a:lnSpc>
                <a:spcPts val="4880"/>
              </a:lnSpc>
              <a:buFont typeface="Arial"/>
              <a:buChar char="•"/>
            </a:pPr>
            <a:r>
              <a:rPr lang="en-US" sz="3253" spc="6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It provides faster detection and supports automated security monitoring.</a:t>
            </a:r>
          </a:p>
          <a:p>
            <a:pPr marL="702450" lvl="1" indent="-351225" algn="l">
              <a:lnSpc>
                <a:spcPts val="4880"/>
              </a:lnSpc>
              <a:buFont typeface="Arial"/>
              <a:buChar char="•"/>
            </a:pPr>
            <a:r>
              <a:rPr lang="en-US" sz="3253" spc="65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AI-based IDS is an important technology for modern cybersecurity.</a:t>
            </a:r>
          </a:p>
          <a:p>
            <a:pPr algn="l">
              <a:lnSpc>
                <a:spcPts val="4880"/>
              </a:lnSpc>
            </a:pPr>
            <a:endParaRPr lang="en-US" sz="3253" spc="65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43480" y="4136923"/>
            <a:ext cx="12801040" cy="181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sz="106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328</Words>
  <Application>Microsoft Office PowerPoint</Application>
  <PresentationFormat>Custom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Monda</vt:lpstr>
      <vt:lpstr>Monda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Intrusion Detection System</dc:title>
  <cp:lastModifiedBy>Shaik Fahad</cp:lastModifiedBy>
  <cp:revision>1</cp:revision>
  <dcterms:created xsi:type="dcterms:W3CDTF">2006-08-16T00:00:00Z</dcterms:created>
  <dcterms:modified xsi:type="dcterms:W3CDTF">2026-08-29T08:16:30Z</dcterms:modified>
  <dc:identifier>DAHTpwJI4BA</dc:identifier>
</cp:coreProperties>
</file>